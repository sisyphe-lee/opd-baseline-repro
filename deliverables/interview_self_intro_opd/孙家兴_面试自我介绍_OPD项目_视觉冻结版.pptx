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hyperlink" Target="https://github.com/Sisyphe-le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Sisyphe-lee/opd-baseline-repro" TargetMode="External"/><Relationship Id="rId4" Type="http://schemas.openxmlformats.org/officeDocument/2006/relationships/hyperlink" Target="https://github.com/jiaxingsunpku/SoftSa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hyperlink" Target="https://arxiv.org/abs/2604.2400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16280" y="5486400"/>
            <a:ext cx="170688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236720" y="5044440"/>
            <a:ext cx="124968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081260" y="5044440"/>
            <a:ext cx="124968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41960" y="6263640"/>
            <a:ext cx="451104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9325</Words>
  <Application>WPS 演示</Application>
  <PresentationFormat>Converted Presentation</PresentationFormat>
  <Paragraphs>702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＝.＝</cp:lastModifiedBy>
  <cp:revision>1</cp:revision>
  <dcterms:created xsi:type="dcterms:W3CDTF">2026-08-03T05:12:25Z</dcterms:created>
  <dcterms:modified xsi:type="dcterms:W3CDTF">2026-08-03T05:12:25Z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2052-12.1.26030.26030</vt:lpwstr>
  </property>
  <property fmtid="{D5CDD505-2E9C-101B-9397-08002B2CF9AE}" pid="3" name="ICV">
    <vt:lpwstr>E3481D11CBF10FC13923706A65DF26B2_42</vt:lpwstr>
  </property>
</Properties>
</file>